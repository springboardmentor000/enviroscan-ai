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0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8473-6B18-49C2-B399-6ECF3CAEF9D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DCEE-7E62-4F30-B645-6E6B8B23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431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8473-6B18-49C2-B399-6ECF3CAEF9D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DCEE-7E62-4F30-B645-6E6B8B23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471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8473-6B18-49C2-B399-6ECF3CAEF9D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DCEE-7E62-4F30-B645-6E6B8B23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232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8473-6B18-49C2-B399-6ECF3CAEF9D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DCEE-7E62-4F30-B645-6E6B8B23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37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8473-6B18-49C2-B399-6ECF3CAEF9D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DCEE-7E62-4F30-B645-6E6B8B23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729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8473-6B18-49C2-B399-6ECF3CAEF9D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DCEE-7E62-4F30-B645-6E6B8B23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188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8473-6B18-49C2-B399-6ECF3CAEF9D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DCEE-7E62-4F30-B645-6E6B8B23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690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8473-6B18-49C2-B399-6ECF3CAEF9D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DCEE-7E62-4F30-B645-6E6B8B23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748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8473-6B18-49C2-B399-6ECF3CAEF9D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DCEE-7E62-4F30-B645-6E6B8B23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600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8473-6B18-49C2-B399-6ECF3CAEF9D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DCEE-7E62-4F30-B645-6E6B8B23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70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8473-6B18-49C2-B399-6ECF3CAEF9D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4DCEE-7E62-4F30-B645-6E6B8B23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733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F8473-6B18-49C2-B399-6ECF3CAEF9D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4DCEE-7E62-4F30-B645-6E6B8B23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303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6600" b="1" dirty="0" err="1" smtClean="0"/>
              <a:t>EnviroScan</a:t>
            </a:r>
            <a:r>
              <a:rPr lang="fr-FR" sz="6600" b="1" dirty="0" smtClean="0"/>
              <a:t>: Pollution Source </a:t>
            </a:r>
            <a:r>
              <a:rPr lang="fr-FR" sz="6600" b="1" dirty="0" err="1" smtClean="0"/>
              <a:t>Detection</a:t>
            </a:r>
            <a:r>
              <a:rPr lang="fr-FR" sz="6600" b="1" dirty="0" smtClean="0"/>
              <a:t> System</a:t>
            </a:r>
            <a:endParaRPr lang="en-IN" sz="66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506590"/>
            <a:ext cx="6255495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Amaldev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 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MCA (S2)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Vidya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Academy of Science and Technology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APJ Abdul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Kalam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Technological University </a:t>
            </a:r>
          </a:p>
        </p:txBody>
      </p:sp>
    </p:spTree>
    <p:extLst>
      <p:ext uri="{BB962C8B-B14F-4D97-AF65-F5344CB8AC3E}">
        <p14:creationId xmlns:p14="http://schemas.microsoft.com/office/powerpoint/2010/main" val="3013107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 smtClean="0"/>
              <a:t>Problem Statement</a:t>
            </a:r>
            <a:endParaRPr lang="en-IN" sz="60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800965"/>
            <a:ext cx="9922909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Increasing air pollution in Indian cities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to identify pollution sources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data-driven analysis system </a:t>
            </a:r>
          </a:p>
        </p:txBody>
      </p:sp>
    </p:spTree>
    <p:extLst>
      <p:ext uri="{BB962C8B-B14F-4D97-AF65-F5344CB8AC3E}">
        <p14:creationId xmlns:p14="http://schemas.microsoft.com/office/powerpoint/2010/main" val="1540390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 smtClean="0"/>
              <a:t>Project Objectives</a:t>
            </a:r>
            <a:endParaRPr lang="en-IN" sz="6000" b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794084" y="1648764"/>
            <a:ext cx="796404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air quality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pollution sources: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Vehicular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Industrial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Agricultural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interactive visualization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prediction using ML model </a:t>
            </a:r>
          </a:p>
        </p:txBody>
      </p:sp>
    </p:spTree>
    <p:extLst>
      <p:ext uri="{BB962C8B-B14F-4D97-AF65-F5344CB8AC3E}">
        <p14:creationId xmlns:p14="http://schemas.microsoft.com/office/powerpoint/2010/main" val="388323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 smtClean="0"/>
              <a:t>System Overview</a:t>
            </a:r>
            <a:endParaRPr lang="en-IN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6000" dirty="0" smtClean="0"/>
              <a:t>User Input → Data Collection → </a:t>
            </a:r>
            <a:r>
              <a:rPr lang="en-IN" sz="6000" dirty="0" err="1" smtClean="0"/>
              <a:t>Preprocessing</a:t>
            </a:r>
            <a:r>
              <a:rPr lang="en-IN" sz="6000" dirty="0" smtClean="0"/>
              <a:t> → ML Model → Output + Visualization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250076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 smtClean="0"/>
              <a:t>Data Sources</a:t>
            </a:r>
            <a:endParaRPr lang="en-IN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 err="1" smtClean="0"/>
              <a:t>OpenWeatherMap</a:t>
            </a:r>
            <a:r>
              <a:rPr lang="en-US" sz="4400" dirty="0" smtClean="0"/>
              <a:t> API (Air + Weather Data) </a:t>
            </a:r>
          </a:p>
          <a:p>
            <a:r>
              <a:rPr lang="en-US" sz="4400" dirty="0" smtClean="0"/>
              <a:t>Parameters collected: </a:t>
            </a:r>
          </a:p>
          <a:p>
            <a:pPr lvl="1"/>
            <a:r>
              <a:rPr lang="en-US" sz="4400" dirty="0" smtClean="0"/>
              <a:t>PM2.5, PM10 </a:t>
            </a:r>
          </a:p>
          <a:p>
            <a:pPr lvl="1"/>
            <a:r>
              <a:rPr lang="en-US" sz="4400" dirty="0" smtClean="0"/>
              <a:t>NO2, SO2, CO, O3 </a:t>
            </a:r>
          </a:p>
          <a:p>
            <a:pPr lvl="1"/>
            <a:r>
              <a:rPr lang="en-US" sz="4400" dirty="0" smtClean="0"/>
              <a:t>Temperature, Humidity, Wind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987179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 smtClean="0"/>
              <a:t>Data </a:t>
            </a:r>
            <a:r>
              <a:rPr lang="en-IN" sz="6000" b="1" dirty="0" err="1" smtClean="0"/>
              <a:t>Preprocessing</a:t>
            </a:r>
            <a:endParaRPr lang="en-IN" sz="60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46804"/>
            <a:ext cx="7037504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missing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inconsistent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Distance from road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Distance from industry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Distance from farmland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163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 smtClean="0"/>
              <a:t>Pollution Source Classification</a:t>
            </a:r>
            <a:endParaRPr lang="en-IN" sz="60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9842576"/>
              </p:ext>
            </p:extLst>
          </p:nvPr>
        </p:nvGraphicFramePr>
        <p:xfrm>
          <a:off x="838200" y="1690689"/>
          <a:ext cx="10515600" cy="4475896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1109220">
                <a:tc>
                  <a:txBody>
                    <a:bodyPr/>
                    <a:lstStyle/>
                    <a:p>
                      <a:r>
                        <a:rPr lang="en-IN" sz="4400" b="1" dirty="0"/>
                        <a:t>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400" b="1" dirty="0"/>
                        <a:t>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1669">
                <a:tc>
                  <a:txBody>
                    <a:bodyPr/>
                    <a:lstStyle/>
                    <a:p>
                      <a:r>
                        <a:rPr lang="en-IN" sz="3200"/>
                        <a:t>Near road + high NO2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/>
                        <a:t>Vehicular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1669">
                <a:tc>
                  <a:txBody>
                    <a:bodyPr/>
                    <a:lstStyle/>
                    <a:p>
                      <a:r>
                        <a:rPr lang="en-IN" sz="3200"/>
                        <a:t>Near industry + high SO2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/>
                        <a:t>Industrial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1669">
                <a:tc>
                  <a:txBody>
                    <a:bodyPr/>
                    <a:lstStyle/>
                    <a:p>
                      <a:r>
                        <a:rPr lang="en-IN" sz="3200"/>
                        <a:t>Near farmland + high PM2.5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/>
                        <a:t>Agricultural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1669">
                <a:tc>
                  <a:txBody>
                    <a:bodyPr/>
                    <a:lstStyle/>
                    <a:p>
                      <a:r>
                        <a:rPr lang="en-IN" sz="3200"/>
                        <a:t>Else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Natural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488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 smtClean="0"/>
              <a:t>Model Used</a:t>
            </a:r>
            <a:endParaRPr lang="en-IN" sz="60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46804"/>
            <a:ext cx="9163984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Algorithm: Decision Tree Classifier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features: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Pollution parameters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Pollution source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800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 smtClean="0"/>
              <a:t>Model Evaluation</a:t>
            </a:r>
            <a:endParaRPr lang="en-IN" sz="60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800965"/>
            <a:ext cx="8258992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Accuracy: </a:t>
            </a:r>
            <a:r>
              <a:rPr kumimoji="0" lang="en-US" sz="4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100%</a:t>
            </a: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(training data)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interpretation </a:t>
            </a:r>
          </a:p>
        </p:txBody>
      </p:sp>
    </p:spTree>
    <p:extLst>
      <p:ext uri="{BB962C8B-B14F-4D97-AF65-F5344CB8AC3E}">
        <p14:creationId xmlns:p14="http://schemas.microsoft.com/office/powerpoint/2010/main" val="3796760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 smtClean="0"/>
              <a:t>User Interface </a:t>
            </a:r>
            <a:endParaRPr lang="en-IN" sz="60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420520"/>
            <a:ext cx="8455898" cy="4756443"/>
          </a:xfrm>
        </p:spPr>
      </p:pic>
    </p:spTree>
    <p:extLst>
      <p:ext uri="{BB962C8B-B14F-4D97-AF65-F5344CB8AC3E}">
        <p14:creationId xmlns:p14="http://schemas.microsoft.com/office/powerpoint/2010/main" val="3360937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171532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696114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1514474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 smtClean="0"/>
              <a:t>Geospatial Visualization</a:t>
            </a:r>
            <a:endParaRPr lang="en-IN" sz="60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224187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 smtClean="0"/>
              <a:t>Prediction Feature</a:t>
            </a:r>
            <a:endParaRPr lang="en-IN" sz="60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985357"/>
            <a:ext cx="8289449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inputs pollution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predicts source instantly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Confidence 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273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 smtClean="0"/>
              <a:t>Data Flow Diagram</a:t>
            </a:r>
            <a:endParaRPr lang="en-IN" sz="60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59" y="1504783"/>
            <a:ext cx="10684041" cy="4992270"/>
          </a:xfrm>
        </p:spPr>
      </p:pic>
    </p:spTree>
    <p:extLst>
      <p:ext uri="{BB962C8B-B14F-4D97-AF65-F5344CB8AC3E}">
        <p14:creationId xmlns:p14="http://schemas.microsoft.com/office/powerpoint/2010/main" val="980065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 smtClean="0"/>
              <a:t>Conclusion</a:t>
            </a:r>
            <a:endParaRPr lang="en-IN" sz="60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800965"/>
            <a:ext cx="11269432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built pollution analysis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source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 </a:t>
            </a:r>
          </a:p>
        </p:txBody>
      </p:sp>
    </p:spTree>
    <p:extLst>
      <p:ext uri="{BB962C8B-B14F-4D97-AF65-F5344CB8AC3E}">
        <p14:creationId xmlns:p14="http://schemas.microsoft.com/office/powerpoint/2010/main" val="1246259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 smtClean="0"/>
              <a:t>Future Scope</a:t>
            </a:r>
            <a:endParaRPr lang="en-IN" sz="60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462411"/>
            <a:ext cx="8007320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live data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cities coverage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ML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version </a:t>
            </a:r>
          </a:p>
        </p:txBody>
      </p:sp>
    </p:spTree>
    <p:extLst>
      <p:ext uri="{BB962C8B-B14F-4D97-AF65-F5344CB8AC3E}">
        <p14:creationId xmlns:p14="http://schemas.microsoft.com/office/powerpoint/2010/main" val="2376705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sz="9600" b="1" dirty="0" smtClean="0"/>
              <a:t>Thank</a:t>
            </a:r>
            <a:r>
              <a:rPr lang="en-IN" b="1" dirty="0" smtClean="0"/>
              <a:t> </a:t>
            </a:r>
            <a:r>
              <a:rPr lang="en-IN" sz="9600" b="1" dirty="0" smtClean="0"/>
              <a:t>You</a:t>
            </a:r>
            <a:endParaRPr lang="en-IN" sz="9600" b="1" dirty="0"/>
          </a:p>
        </p:txBody>
      </p:sp>
    </p:spTree>
    <p:extLst>
      <p:ext uri="{BB962C8B-B14F-4D97-AF65-F5344CB8AC3E}">
        <p14:creationId xmlns:p14="http://schemas.microsoft.com/office/powerpoint/2010/main" val="3369781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236</Words>
  <Application>Microsoft Office PowerPoint</Application>
  <PresentationFormat>Widescreen</PresentationFormat>
  <Paragraphs>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EnviroScan: Pollution Source Detection System</vt:lpstr>
      <vt:lpstr>Problem Statement</vt:lpstr>
      <vt:lpstr>Project Objectives</vt:lpstr>
      <vt:lpstr>System Overview</vt:lpstr>
      <vt:lpstr>Data Sources</vt:lpstr>
      <vt:lpstr>Data Preprocessing</vt:lpstr>
      <vt:lpstr>Pollution Source Classification</vt:lpstr>
      <vt:lpstr>Model Used</vt:lpstr>
      <vt:lpstr>Model Evaluation</vt:lpstr>
      <vt:lpstr>User Interface </vt:lpstr>
      <vt:lpstr>PowerPoint Presentation</vt:lpstr>
      <vt:lpstr>PowerPoint Presentation</vt:lpstr>
      <vt:lpstr>PowerPoint Presentation</vt:lpstr>
      <vt:lpstr>Geospatial Visualization</vt:lpstr>
      <vt:lpstr>Prediction Feature</vt:lpstr>
      <vt:lpstr>Data Flow Diagram</vt:lpstr>
      <vt:lpstr>Conclusion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EnviroScan: Pollution Source Detection System</dc:title>
  <dc:creator>Microsoft account</dc:creator>
  <cp:lastModifiedBy>Microsoft account</cp:lastModifiedBy>
  <cp:revision>4</cp:revision>
  <dcterms:created xsi:type="dcterms:W3CDTF">2026-03-29T13:05:29Z</dcterms:created>
  <dcterms:modified xsi:type="dcterms:W3CDTF">2026-03-29T13:29:45Z</dcterms:modified>
</cp:coreProperties>
</file>