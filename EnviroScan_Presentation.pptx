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F5C99">
              <a:alpha val="25000"/>
            </a:srgbClr>
          </a:solidFill>
          <a:ln w="12700">
            <a:solidFill>
              <a:srgbClr val="1F5C9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EnviroScan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Pollution Source Identifier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Geospatial Analytics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Telangana, India  |  March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828800" cy="1005840"/>
          </a:xfrm>
          <a:prstGeom prst="rect">
            <a:avLst/>
          </a:prstGeom>
          <a:solidFill>
            <a:srgbClr val="1F5C99">
              <a:alpha val="4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67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749040"/>
            <a:ext cx="1828800" cy="1005840"/>
          </a:xfrm>
          <a:prstGeom prst="rect">
            <a:avLst/>
          </a:prstGeom>
          <a:solidFill>
            <a:srgbClr val="1F5C99">
              <a:alpha val="4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767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828800" cy="1005840"/>
          </a:xfrm>
          <a:prstGeom prst="rect">
            <a:avLst/>
          </a:prstGeom>
          <a:solidFill>
            <a:srgbClr val="1F5C99">
              <a:alpha val="4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767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749040"/>
            <a:ext cx="1828800" cy="1005840"/>
          </a:xfrm>
          <a:prstGeom prst="rect">
            <a:avLst/>
          </a:prstGeom>
          <a:solidFill>
            <a:srgbClr val="1F5C99">
              <a:alpha val="4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767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pollution monitoring systems only measure pollutant levels.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identify the source of the pollution.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PM2.5 is high is not enough — authorities need to know WHY it is high to take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EnviroScan uses Machine Learning, Weather Data, and Geospatial Analytics 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pollution sources (Industrial, Vehicular, Agricultural, Burning, Natural)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real-time heatmaps and risk zones on interactive maps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authorities when pollution crosses safe thresholds</a:t>
            </a:r>
            <a:endParaRPr lang="en-US" sz="1300" dirty="0"/>
          </a:p>
        </p:txBody>
      </p:sp>
    </p:spTree>
  </p:cSld>
  <p:clrMapOvr>
    <a:masterClrMapping/>
  </p:clrMapOvr>
  <p:transition spd="med" dir="l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256032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201168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868680"/>
            <a:ext cx="150876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84832" y="1828800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920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02152" y="201168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868680"/>
            <a:ext cx="1508760" cy="2560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03904" y="1828800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920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21224" y="201168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868680"/>
            <a:ext cx="1508760" cy="2560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22976" y="1828800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920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0296" y="201168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868680"/>
            <a:ext cx="1508760" cy="2560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42048" y="1828800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920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3227832" cy="32004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02152" y="3657600"/>
            <a:ext cx="3227832" cy="32004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6576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02552" y="3657600"/>
            <a:ext cx="1508760" cy="32004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Real-time Streamlit Dashboard with Pollution Source Predictions, Maps and Alerts</a:t>
            </a:r>
            <a:endParaRPr lang="en-US" sz="1200" dirty="0"/>
          </a:p>
        </p:txBody>
      </p:sp>
    </p:spTree>
  </p:cSld>
  <p:clrMapOvr>
    <a:masterClrMapping/>
  </p:clrMapOvr>
  <p:transition spd="med"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8288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NO2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SO2, O3, 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stations in Hyderabad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measurements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10972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0972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Zones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Sites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Areas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109728" cy="1828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total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200" dirty="0"/>
          </a:p>
        </p:txBody>
      </p:sp>
    </p:spTree>
  </p:cSld>
  <p:clrMapOvr>
    <a:masterClrMapping/>
  </p:clrMapOvr>
  <p:transition spd="med" dir="l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Machine Learning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2296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83280" y="3063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prediction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8229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822960"/>
            <a:ext cx="26517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3063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train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214 records (14 real + 200 simulated)  |  Features: 20  |  Classes: 5 pollution sources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 — Hyderabad Stations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02336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286000"/>
                <a:gridCol w="1371600"/>
              </a:tblGrid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 Park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Bollaram Industrial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Sanathnagar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Somajiguda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ECIL Kapra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Kompally Municipal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Nacharam TSIIC IALA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Malakpet - TSPCB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dir="u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Streamlit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36576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PM2.5 bar chart, source pie chart, station summary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heatmaps and source marker maps of Hyderabad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517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68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pollution values and get instant ML prediction with confidence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97480"/>
            <a:ext cx="265176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any individual station with charts and mini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97480"/>
            <a:ext cx="265176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alerts for stations crossing user-defined PM2.5 threshold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265176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station data as a timestamped CSV report</a:t>
            </a:r>
            <a:endParaRPr lang="en-US" sz="1100" dirty="0"/>
          </a:p>
        </p:txBody>
      </p:sp>
    </p:spTree>
  </p:cSld>
  <p:clrMapOvr>
    <a:masterClrMapping/>
  </p:clrMapOvr>
  <p:transition spd="med"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Sources &amp; AQI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Pollution Source Classes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261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 Park, Somajiguda, New Malakpet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256032" cy="256032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Bollaram, Nacharam TSIIC, Sanathnagar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968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578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Kompally Municipal Office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2369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ECIL Kapra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895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pollution areas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AQI Scale (PM2.5)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280160"/>
            <a:ext cx="182880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0 - 30 µg/m³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828800"/>
            <a:ext cx="1828800" cy="41148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847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31 - 60 µg/m³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377440"/>
            <a:ext cx="182880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61 - 90 µg/m³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182880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91 - 120 µg/m³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474720"/>
            <a:ext cx="182880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3493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121 - 250 µg/m³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4023360"/>
            <a:ext cx="1828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4041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µg/m³</a:t>
            </a:r>
            <a:endParaRPr lang="en-US" sz="1200" dirty="0"/>
          </a:p>
        </p:txBody>
      </p:sp>
    </p:spTree>
  </p:cSld>
  <p:clrMapOvr>
    <a:masterClrMapping/>
  </p:clrMapOvr>
  <p:transition spd="med" dir="r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28016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 API, OpenWeatherMap API, OpenStreetMap (Overpass), requests, pandas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10972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41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 (preprocessing), median imputation, min-max normalization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109728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Forest, Decision Tree), XGBoost, joblib (model saving)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109728" cy="1280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249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(interactive maps), HeatMap plugin, matplotlib, Streamlit charts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109728" cy="1280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4223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streamlit-folium, custom CSS styling, downloadable CSV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03320"/>
            <a:ext cx="109728" cy="1280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4223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3.14, VS Code, Command Prompt, GitHub for version control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F5C99">
              <a:alpha val="20000"/>
            </a:srgbClr>
          </a:solidFill>
          <a:ln w="12700">
            <a:solidFill>
              <a:srgbClr val="1F5C9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24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real-time pollution data from 14 TSPCB stations across Hyderabad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ML pipeline achieving 96.7% cross-validation accuracy with Random Forest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76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interactive geospatial heatmaps showing pollution hotspots across the 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52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full Streamlit dashboard with predictions, maps, alerts and report downloads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28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Sanathnagar (PM2.5: 157) as the most polluted station — source: Industrial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044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can help urban planners and authorities take targeted, data-driven environmental 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EnviroScan  |  Hyderabad, India  |  March 2026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EnviroScan — AI-Powered Pollution Source Identifier</dc:title>
  <dc:subject>PptxGenJS Presentation</dc:subject>
  <dc:creator>PptxGenJS</dc:creator>
  <cp:lastModifiedBy>PptxGenJS</cp:lastModifiedBy>
  <cp:revision>1</cp:revision>
  <dcterms:created xsi:type="dcterms:W3CDTF">2026-03-25T20:45:38Z</dcterms:created>
  <dcterms:modified xsi:type="dcterms:W3CDTF">2026-03-25T20:45:38Z</dcterms:modified>
</cp:coreProperties>
</file>